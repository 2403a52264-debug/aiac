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4630400" cy="8229600"/>
  <p:notesSz cx="8229600" cy="14630400"/>
  <p:embeddedFontLst>
    <p:embeddedFont>
      <p:font typeface="Gelasio" panose="020B0604020202020204" charset="0"/>
      <p:regular r:id="rId10"/>
    </p:embeddedFont>
    <p:embeddedFont>
      <p:font typeface="Gelasio Semi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9031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8396" y="588764"/>
            <a:ext cx="7680008" cy="1803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100"/>
              </a:lnSpc>
              <a:buNone/>
            </a:pPr>
            <a:r>
              <a:rPr lang="en-US" sz="5650" dirty="0">
                <a:solidFill>
                  <a:srgbClr val="5CC97B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Lost and Found Campus Portal</a:t>
            </a:r>
            <a:endParaRPr lang="en-US" sz="5650" dirty="0"/>
          </a:p>
        </p:txBody>
      </p:sp>
      <p:sp>
        <p:nvSpPr>
          <p:cNvPr id="4" name="Text 1"/>
          <p:cNvSpPr/>
          <p:nvPr/>
        </p:nvSpPr>
        <p:spPr>
          <a:xfrm>
            <a:off x="6218396" y="2706172"/>
            <a:ext cx="7680008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218396" y="3354467"/>
            <a:ext cx="3137178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u="sng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Leads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218396" y="3830122"/>
            <a:ext cx="5767864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[Siddharatha Jakku] – 2403A52264</a:t>
            </a:r>
            <a:endParaRPr lang="en-US" sz="2450" dirty="0"/>
          </a:p>
        </p:txBody>
      </p:sp>
      <p:sp>
        <p:nvSpPr>
          <p:cNvPr id="7" name="Text 4"/>
          <p:cNvSpPr/>
          <p:nvPr/>
        </p:nvSpPr>
        <p:spPr>
          <a:xfrm>
            <a:off x="6218396" y="4305776"/>
            <a:ext cx="4906447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[Vadhan Ganji] – 2403A52266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6218396" y="4781431"/>
            <a:ext cx="6220182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[Harshavardhan chary] – 2403A52265</a:t>
            </a:r>
            <a:endParaRPr lang="en-US" sz="2450" dirty="0"/>
          </a:p>
        </p:txBody>
      </p:sp>
      <p:sp>
        <p:nvSpPr>
          <p:cNvPr id="9" name="Text 6"/>
          <p:cNvSpPr/>
          <p:nvPr/>
        </p:nvSpPr>
        <p:spPr>
          <a:xfrm>
            <a:off x="6218396" y="5257086"/>
            <a:ext cx="3137178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6218396" y="6171843"/>
            <a:ext cx="4540210" cy="3920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b="1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Institution:</a:t>
            </a:r>
            <a:r>
              <a:rPr lang="en-US" sz="2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 </a:t>
            </a:r>
            <a:r>
              <a:rPr lang="en-US" sz="2450" dirty="0">
                <a:solidFill>
                  <a:srgbClr val="F44444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SR UNIVERSITY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6218396" y="6647498"/>
            <a:ext cx="5222915" cy="784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 digital initiative to reduce lost item friction across campus</a:t>
            </a:r>
            <a:endParaRPr lang="en-US" sz="2450" dirty="0"/>
          </a:p>
        </p:txBody>
      </p:sp>
      <p:sp>
        <p:nvSpPr>
          <p:cNvPr id="12" name="Text 9"/>
          <p:cNvSpPr/>
          <p:nvPr/>
        </p:nvSpPr>
        <p:spPr>
          <a:xfrm>
            <a:off x="11959233" y="6150888"/>
            <a:ext cx="1946791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63993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Problem Statement: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93790" y="2371130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-Students and staff frequently misplace personal belongings across campus, causing frustration and inconvenience.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335208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-Current methods for reporting and recovering lost items are unreliable, relying on informal word-of-mouth, physical notice boards, and uncoordinated social media posts.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69594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-This fragmented approach leads to low recovery rates and significant privacy and security concerns regarding personal information and item verification.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039803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-There is a critical need for a centralized, secure, and efficient platform to manage the lost and found process for the campus community.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0784" y="616387"/>
            <a:ext cx="4482584" cy="5603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Objectives</a:t>
            </a:r>
            <a:endParaRPr lang="en-US" sz="3500" dirty="0"/>
          </a:p>
        </p:txBody>
      </p:sp>
      <p:sp>
        <p:nvSpPr>
          <p:cNvPr id="4" name="Shape 1"/>
          <p:cNvSpPr/>
          <p:nvPr/>
        </p:nvSpPr>
        <p:spPr>
          <a:xfrm>
            <a:off x="6270784" y="1512808"/>
            <a:ext cx="504230" cy="50423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6999089" y="1589842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Simplify reporting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999089" y="2074426"/>
            <a:ext cx="6846927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Make it quick to register lost or found items with photos and descriptions.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6270784" y="3239572"/>
            <a:ext cx="504230" cy="50423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999089" y="3316605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Digitise records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999089" y="3801189"/>
            <a:ext cx="6846927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Centralised searchable database replacing paper logs and pinned notices.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70784" y="4966335"/>
            <a:ext cx="504230" cy="50423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6999089" y="5043368"/>
            <a:ext cx="280154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Real-time updates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999089" y="5527953"/>
            <a:ext cx="6846927" cy="358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Email/SMS notifications and match alerts so owners act quickly.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6270784" y="6334601"/>
            <a:ext cx="504230" cy="504230"/>
          </a:xfrm>
          <a:prstGeom prst="roundRect">
            <a:avLst>
              <a:gd name="adj" fmla="val 6667"/>
            </a:avLst>
          </a:prstGeom>
          <a:solidFill>
            <a:srgbClr val="EEE8DD"/>
          </a:solidFill>
          <a:ln/>
        </p:spPr>
      </p:sp>
      <p:sp>
        <p:nvSpPr>
          <p:cNvPr id="14" name="Text 11"/>
          <p:cNvSpPr/>
          <p:nvPr/>
        </p:nvSpPr>
        <p:spPr>
          <a:xfrm>
            <a:off x="6999089" y="6411635"/>
            <a:ext cx="2936081" cy="3501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Transparent tracking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999089" y="6896219"/>
            <a:ext cx="6846927" cy="716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Admin dashboard to manage verifications, claims and reporting metrics.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60126"/>
            <a:ext cx="580441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Stakeholders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122533"/>
            <a:ext cx="566976" cy="56697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397299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Students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463415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Primary users who lose and find items, needing an intuitive reporting and retrieval system.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5893" y="3122533"/>
            <a:ext cx="566976" cy="5669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3972997"/>
            <a:ext cx="415861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Campus Security/Administration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481774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Responsible for managing the lost and found process, verifying items, facilitating claims, and ensuring secure storage.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77995" y="3122533"/>
            <a:ext cx="566976" cy="56697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3972997"/>
            <a:ext cx="39113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Cleaning/Maintenance Staff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4463415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Often discover lost items during their duties; their involvement ensures efficient reporting and handover of found articles.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6581"/>
            <a:ext cx="76359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Technology Stack Overview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378988"/>
            <a:ext cx="4196358" cy="4634032"/>
          </a:xfrm>
          <a:prstGeom prst="roundRect">
            <a:avLst>
              <a:gd name="adj" fmla="val 348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3310" y="2378988"/>
            <a:ext cx="121920" cy="463403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5" name="Text 3"/>
          <p:cNvSpPr/>
          <p:nvPr/>
        </p:nvSpPr>
        <p:spPr>
          <a:xfrm>
            <a:off x="1142524" y="263628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HTML (HyperText Markup Language)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2524" y="3481030"/>
            <a:ext cx="359033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Serves as the foundation for the project's user interface, structuring content with semantic tags to ensure accessibility and a logical layout for displaying lost and found items, forms, and user profiles.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2378988"/>
            <a:ext cx="4196358" cy="4634032"/>
          </a:xfrm>
          <a:prstGeom prst="roundRect">
            <a:avLst>
              <a:gd name="adj" fmla="val 348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86482" y="2378988"/>
            <a:ext cx="121920" cy="463403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9" name="Text 7"/>
          <p:cNvSpPr/>
          <p:nvPr/>
        </p:nvSpPr>
        <p:spPr>
          <a:xfrm>
            <a:off x="5565696" y="2636282"/>
            <a:ext cx="359033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CSS (Cascading Style Sheets)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65696" y="3481030"/>
            <a:ext cx="3590330" cy="2903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Responsible for the aesthetic appeal and responsive design of the application. It ensures a consistent and intuitive visual experience across various devices, styling elements like forms, lists, and interactive components to be engaging and user-friendly.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2378988"/>
            <a:ext cx="4196358" cy="4634032"/>
          </a:xfrm>
          <a:prstGeom prst="roundRect">
            <a:avLst>
              <a:gd name="adj" fmla="val 3486"/>
            </a:avLst>
          </a:prstGeom>
          <a:solidFill>
            <a:srgbClr val="F9F6F0"/>
          </a:solidFill>
          <a:ln w="30480">
            <a:solidFill>
              <a:srgbClr val="D4CE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9653" y="2378988"/>
            <a:ext cx="121920" cy="4634032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3" name="Text 11"/>
          <p:cNvSpPr/>
          <p:nvPr/>
        </p:nvSpPr>
        <p:spPr>
          <a:xfrm>
            <a:off x="9988868" y="263628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GitHub Copilot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988868" y="3126700"/>
            <a:ext cx="3590330" cy="3629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 AI-powered coding assistant that significantly boosts development efficiency. It provides real-time code suggestions, autocompletion, and helps generate boilerplate code, allowing developers to focus on complex logic and accelerate the implementation of features for the lost and found system.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9625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Features</a:t>
            </a:r>
            <a:endParaRPr lang="en-US" sz="3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780228"/>
            <a:ext cx="3048000" cy="18838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4890849"/>
            <a:ext cx="296144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Image-first reporting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381268"/>
            <a:ext cx="304800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Users upload photos; system stores visual data for matching and verification.</a:t>
            </a:r>
            <a:endParaRPr lang="en-US" sz="1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5278" y="2780228"/>
            <a:ext cx="3048119" cy="18838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25278" y="4890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Search &amp; filter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4125278" y="538126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Powerful filtering by category, location, date, and tag to find matches fast.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56884" y="2780228"/>
            <a:ext cx="3048119" cy="18838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6884" y="4890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Notifications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456884" y="538126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Real-time email/SMS alerts and in-app messages for potential matches.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8491" y="2780228"/>
            <a:ext cx="3048119" cy="18838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788491" y="48908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Admin dashboard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10788491" y="5381268"/>
            <a:ext cx="3048119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Approve reports, track claims, view analytics and export monthly reports.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5333" y="593527"/>
            <a:ext cx="9170789" cy="674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Frontend View of Web Application</a:t>
            </a:r>
            <a:endParaRPr lang="en-US" sz="4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9DF1A8-E842-AC64-01A7-110753EA2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292" y="1360448"/>
            <a:ext cx="13905571" cy="62325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468</Words>
  <Application>Microsoft Office PowerPoint</Application>
  <PresentationFormat>Custom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Gelasio</vt:lpstr>
      <vt:lpstr>Gelasio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siddhartha.jakku04@hotmail.com</cp:lastModifiedBy>
  <cp:revision>2</cp:revision>
  <dcterms:created xsi:type="dcterms:W3CDTF">2025-10-27T04:52:43Z</dcterms:created>
  <dcterms:modified xsi:type="dcterms:W3CDTF">2025-11-17T15:06:01Z</dcterms:modified>
</cp:coreProperties>
</file>